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EE3879-1FB4-42A6-9B9C-954034D64F19}" v="5" dt="2026-07-01T20:31:18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Bailaba" userId="4cfd3b119a915455" providerId="LiveId" clId="{28AAA9C7-3376-44DA-88A6-9012A176F18E}"/>
    <pc:docChg chg="undo custSel addSld modSld">
      <pc:chgData name="Francisco Bailaba" userId="4cfd3b119a915455" providerId="LiveId" clId="{28AAA9C7-3376-44DA-88A6-9012A176F18E}" dt="2026-07-01T20:32:23.042" v="347" actId="20577"/>
      <pc:docMkLst>
        <pc:docMk/>
      </pc:docMkLst>
      <pc:sldChg chg="modSp mod">
        <pc:chgData name="Francisco Bailaba" userId="4cfd3b119a915455" providerId="LiveId" clId="{28AAA9C7-3376-44DA-88A6-9012A176F18E}" dt="2026-07-01T20:24:48.592" v="3" actId="1076"/>
        <pc:sldMkLst>
          <pc:docMk/>
          <pc:sldMk cId="2163459115" sldId="256"/>
        </pc:sldMkLst>
        <pc:spChg chg="mod">
          <ac:chgData name="Francisco Bailaba" userId="4cfd3b119a915455" providerId="LiveId" clId="{28AAA9C7-3376-44DA-88A6-9012A176F18E}" dt="2026-07-01T20:24:48.592" v="3" actId="1076"/>
          <ac:spMkLst>
            <pc:docMk/>
            <pc:sldMk cId="2163459115" sldId="256"/>
            <ac:spMk id="34" creationId="{52110713-282F-CAA8-510D-B244DEC01A7E}"/>
          </ac:spMkLst>
        </pc:spChg>
      </pc:sldChg>
      <pc:sldChg chg="modSp mod">
        <pc:chgData name="Francisco Bailaba" userId="4cfd3b119a915455" providerId="LiveId" clId="{28AAA9C7-3376-44DA-88A6-9012A176F18E}" dt="2026-07-01T20:23:47.027" v="0" actId="20577"/>
        <pc:sldMkLst>
          <pc:docMk/>
          <pc:sldMk cId="290547858" sldId="257"/>
        </pc:sldMkLst>
        <pc:spChg chg="mod">
          <ac:chgData name="Francisco Bailaba" userId="4cfd3b119a915455" providerId="LiveId" clId="{28AAA9C7-3376-44DA-88A6-9012A176F18E}" dt="2026-07-01T20:23:47.027" v="0" actId="20577"/>
          <ac:spMkLst>
            <pc:docMk/>
            <pc:sldMk cId="290547858" sldId="257"/>
            <ac:spMk id="13" creationId="{9CADFEEC-93C0-9D21-C9F9-6109DB933F75}"/>
          </ac:spMkLst>
        </pc:spChg>
      </pc:sldChg>
      <pc:sldChg chg="addSp delSp modSp new mod">
        <pc:chgData name="Francisco Bailaba" userId="4cfd3b119a915455" providerId="LiveId" clId="{28AAA9C7-3376-44DA-88A6-9012A176F18E}" dt="2026-07-01T20:32:23.042" v="347" actId="20577"/>
        <pc:sldMkLst>
          <pc:docMk/>
          <pc:sldMk cId="1495580766" sldId="259"/>
        </pc:sldMkLst>
        <pc:spChg chg="del mod">
          <ac:chgData name="Francisco Bailaba" userId="4cfd3b119a915455" providerId="LiveId" clId="{28AAA9C7-3376-44DA-88A6-9012A176F18E}" dt="2026-07-01T20:25:34.284" v="17" actId="478"/>
          <ac:spMkLst>
            <pc:docMk/>
            <pc:sldMk cId="1495580766" sldId="259"/>
            <ac:spMk id="2" creationId="{3F458BCE-F194-C920-300C-7D387C3C1D2B}"/>
          </ac:spMkLst>
        </pc:spChg>
        <pc:spChg chg="del mod">
          <ac:chgData name="Francisco Bailaba" userId="4cfd3b119a915455" providerId="LiveId" clId="{28AAA9C7-3376-44DA-88A6-9012A176F18E}" dt="2026-07-01T20:25:34.284" v="17" actId="478"/>
          <ac:spMkLst>
            <pc:docMk/>
            <pc:sldMk cId="1495580766" sldId="259"/>
            <ac:spMk id="3" creationId="{E9C9CC43-824C-2C7D-E6E0-63F3BB5C4A01}"/>
          </ac:spMkLst>
        </pc:spChg>
        <pc:spChg chg="add del mod">
          <ac:chgData name="Francisco Bailaba" userId="4cfd3b119a915455" providerId="LiveId" clId="{28AAA9C7-3376-44DA-88A6-9012A176F18E}" dt="2026-07-01T20:25:34.284" v="17" actId="478"/>
          <ac:spMkLst>
            <pc:docMk/>
            <pc:sldMk cId="1495580766" sldId="259"/>
            <ac:spMk id="4" creationId="{85B4C58B-FA17-CA67-DF05-B022903A2761}"/>
          </ac:spMkLst>
        </pc:spChg>
        <pc:spChg chg="del mod">
          <ac:chgData name="Francisco Bailaba" userId="4cfd3b119a915455" providerId="LiveId" clId="{28AAA9C7-3376-44DA-88A6-9012A176F18E}" dt="2026-07-01T20:25:34.284" v="17" actId="478"/>
          <ac:spMkLst>
            <pc:docMk/>
            <pc:sldMk cId="1495580766" sldId="259"/>
            <ac:spMk id="5" creationId="{3929F54A-4F80-7CD4-E09C-17C74BE5059A}"/>
          </ac:spMkLst>
        </pc:spChg>
        <pc:spChg chg="del mod">
          <ac:chgData name="Francisco Bailaba" userId="4cfd3b119a915455" providerId="LiveId" clId="{28AAA9C7-3376-44DA-88A6-9012A176F18E}" dt="2026-07-01T20:25:34.284" v="17" actId="478"/>
          <ac:spMkLst>
            <pc:docMk/>
            <pc:sldMk cId="1495580766" sldId="259"/>
            <ac:spMk id="6" creationId="{66533E4E-C7EA-149D-6DE2-AD36B2DAE70B}"/>
          </ac:spMkLst>
        </pc:spChg>
        <pc:spChg chg="add mod">
          <ac:chgData name="Francisco Bailaba" userId="4cfd3b119a915455" providerId="LiveId" clId="{28AAA9C7-3376-44DA-88A6-9012A176F18E}" dt="2026-07-01T20:25:21.962" v="14" actId="164"/>
          <ac:spMkLst>
            <pc:docMk/>
            <pc:sldMk cId="1495580766" sldId="259"/>
            <ac:spMk id="7" creationId="{DA396911-1642-15B3-B5E3-2C1A7E3B6865}"/>
          </ac:spMkLst>
        </pc:spChg>
        <pc:spChg chg="add mod">
          <ac:chgData name="Francisco Bailaba" userId="4cfd3b119a915455" providerId="LiveId" clId="{28AAA9C7-3376-44DA-88A6-9012A176F18E}" dt="2026-07-01T20:25:21.962" v="14" actId="164"/>
          <ac:spMkLst>
            <pc:docMk/>
            <pc:sldMk cId="1495580766" sldId="259"/>
            <ac:spMk id="8" creationId="{0938BC6D-7683-1858-ECCF-D0C0C614A248}"/>
          </ac:spMkLst>
        </pc:spChg>
        <pc:spChg chg="add mod">
          <ac:chgData name="Francisco Bailaba" userId="4cfd3b119a915455" providerId="LiveId" clId="{28AAA9C7-3376-44DA-88A6-9012A176F18E}" dt="2026-07-01T20:25:21.962" v="14" actId="164"/>
          <ac:spMkLst>
            <pc:docMk/>
            <pc:sldMk cId="1495580766" sldId="259"/>
            <ac:spMk id="9" creationId="{E14B1B17-914D-BEC4-9832-743EF0DE81BB}"/>
          </ac:spMkLst>
        </pc:spChg>
        <pc:spChg chg="mod">
          <ac:chgData name="Francisco Bailaba" userId="4cfd3b119a915455" providerId="LiveId" clId="{28AAA9C7-3376-44DA-88A6-9012A176F18E}" dt="2026-07-01T20:25:21.962" v="14" actId="164"/>
          <ac:spMkLst>
            <pc:docMk/>
            <pc:sldMk cId="1495580766" sldId="259"/>
            <ac:spMk id="10" creationId="{4B434700-6376-6E88-F826-49A88D4FC063}"/>
          </ac:spMkLst>
        </pc:spChg>
        <pc:spChg chg="add mod">
          <ac:chgData name="Francisco Bailaba" userId="4cfd3b119a915455" providerId="LiveId" clId="{28AAA9C7-3376-44DA-88A6-9012A176F18E}" dt="2026-07-01T20:25:21.962" v="14" actId="164"/>
          <ac:spMkLst>
            <pc:docMk/>
            <pc:sldMk cId="1495580766" sldId="259"/>
            <ac:spMk id="11" creationId="{25F50A7F-7C11-2799-4095-EE7C670BA8F1}"/>
          </ac:spMkLst>
        </pc:spChg>
        <pc:spChg chg="add del mod">
          <ac:chgData name="Francisco Bailaba" userId="4cfd3b119a915455" providerId="LiveId" clId="{28AAA9C7-3376-44DA-88A6-9012A176F18E}" dt="2026-07-01T20:25:34.284" v="17" actId="478"/>
          <ac:spMkLst>
            <pc:docMk/>
            <pc:sldMk cId="1495580766" sldId="259"/>
            <ac:spMk id="12" creationId="{835B0B0E-889B-D3F2-E429-670D7BEF1C8C}"/>
          </ac:spMkLst>
        </pc:spChg>
        <pc:spChg chg="mod">
          <ac:chgData name="Francisco Bailaba" userId="4cfd3b119a915455" providerId="LiveId" clId="{28AAA9C7-3376-44DA-88A6-9012A176F18E}" dt="2026-07-01T20:24:52.172" v="4"/>
          <ac:spMkLst>
            <pc:docMk/>
            <pc:sldMk cId="1495580766" sldId="259"/>
            <ac:spMk id="14" creationId="{F0F9236D-B888-AA2C-E9E1-E43B10CFFDE9}"/>
          </ac:spMkLst>
        </pc:spChg>
        <pc:spChg chg="mod">
          <ac:chgData name="Francisco Bailaba" userId="4cfd3b119a915455" providerId="LiveId" clId="{28AAA9C7-3376-44DA-88A6-9012A176F18E}" dt="2026-07-01T20:24:52.172" v="4"/>
          <ac:spMkLst>
            <pc:docMk/>
            <pc:sldMk cId="1495580766" sldId="259"/>
            <ac:spMk id="15" creationId="{7A26C068-EF0F-1579-A29F-317CBFC56836}"/>
          </ac:spMkLst>
        </pc:spChg>
        <pc:spChg chg="mod">
          <ac:chgData name="Francisco Bailaba" userId="4cfd3b119a915455" providerId="LiveId" clId="{28AAA9C7-3376-44DA-88A6-9012A176F18E}" dt="2026-07-01T20:24:52.172" v="4"/>
          <ac:spMkLst>
            <pc:docMk/>
            <pc:sldMk cId="1495580766" sldId="259"/>
            <ac:spMk id="17" creationId="{7E41A7EF-0927-BD4D-03ED-5A4EBB8C46E1}"/>
          </ac:spMkLst>
        </pc:spChg>
        <pc:spChg chg="mod">
          <ac:chgData name="Francisco Bailaba" userId="4cfd3b119a915455" providerId="LiveId" clId="{28AAA9C7-3376-44DA-88A6-9012A176F18E}" dt="2026-07-01T20:24:52.172" v="4"/>
          <ac:spMkLst>
            <pc:docMk/>
            <pc:sldMk cId="1495580766" sldId="259"/>
            <ac:spMk id="19" creationId="{9D8FBF41-C6A9-5722-232E-9CAED8CF6EAF}"/>
          </ac:spMkLst>
        </pc:spChg>
        <pc:spChg chg="add mod">
          <ac:chgData name="Francisco Bailaba" userId="4cfd3b119a915455" providerId="LiveId" clId="{28AAA9C7-3376-44DA-88A6-9012A176F18E}" dt="2026-07-01T20:30:04.006" v="283" actId="1076"/>
          <ac:spMkLst>
            <pc:docMk/>
            <pc:sldMk cId="1495580766" sldId="259"/>
            <ac:spMk id="32" creationId="{1BFD059D-9E36-FA95-37C3-EADD44377C7D}"/>
          </ac:spMkLst>
        </pc:spChg>
        <pc:spChg chg="add del mod">
          <ac:chgData name="Francisco Bailaba" userId="4cfd3b119a915455" providerId="LiveId" clId="{28AAA9C7-3376-44DA-88A6-9012A176F18E}" dt="2026-07-01T20:30:25.017" v="287" actId="21"/>
          <ac:spMkLst>
            <pc:docMk/>
            <pc:sldMk cId="1495580766" sldId="259"/>
            <ac:spMk id="33" creationId="{58F7EB23-DE54-A9F5-EDCC-C5CB569536FE}"/>
          </ac:spMkLst>
        </pc:spChg>
        <pc:spChg chg="add mod">
          <ac:chgData name="Francisco Bailaba" userId="4cfd3b119a915455" providerId="LiveId" clId="{28AAA9C7-3376-44DA-88A6-9012A176F18E}" dt="2026-07-01T20:30:31.411" v="289" actId="1076"/>
          <ac:spMkLst>
            <pc:docMk/>
            <pc:sldMk cId="1495580766" sldId="259"/>
            <ac:spMk id="35" creationId="{C8D30C38-754B-1A3E-2686-CCDAF1BB63B1}"/>
          </ac:spMkLst>
        </pc:spChg>
        <pc:spChg chg="add mod">
          <ac:chgData name="Francisco Bailaba" userId="4cfd3b119a915455" providerId="LiveId" clId="{28AAA9C7-3376-44DA-88A6-9012A176F18E}" dt="2026-07-01T20:30:46.183" v="293" actId="14100"/>
          <ac:spMkLst>
            <pc:docMk/>
            <pc:sldMk cId="1495580766" sldId="259"/>
            <ac:spMk id="37" creationId="{5B02C356-D83E-9D4F-4FAB-9E37C6EEF6D3}"/>
          </ac:spMkLst>
        </pc:spChg>
        <pc:spChg chg="add mod">
          <ac:chgData name="Francisco Bailaba" userId="4cfd3b119a915455" providerId="LiveId" clId="{28AAA9C7-3376-44DA-88A6-9012A176F18E}" dt="2026-07-01T20:30:59.151" v="296" actId="1076"/>
          <ac:spMkLst>
            <pc:docMk/>
            <pc:sldMk cId="1495580766" sldId="259"/>
            <ac:spMk id="39" creationId="{C5DDE71D-DFBF-A913-85F4-B2DF34437814}"/>
          </ac:spMkLst>
        </pc:spChg>
        <pc:spChg chg="add mod">
          <ac:chgData name="Francisco Bailaba" userId="4cfd3b119a915455" providerId="LiveId" clId="{28AAA9C7-3376-44DA-88A6-9012A176F18E}" dt="2026-07-01T20:31:45.388" v="319" actId="1076"/>
          <ac:spMkLst>
            <pc:docMk/>
            <pc:sldMk cId="1495580766" sldId="259"/>
            <ac:spMk id="40" creationId="{53D49CB0-BAB9-74B9-A3E1-D4CB96F6D4B2}"/>
          </ac:spMkLst>
        </pc:spChg>
        <pc:spChg chg="add mod">
          <ac:chgData name="Francisco Bailaba" userId="4cfd3b119a915455" providerId="LiveId" clId="{28AAA9C7-3376-44DA-88A6-9012A176F18E}" dt="2026-07-01T20:32:13.120" v="336" actId="313"/>
          <ac:spMkLst>
            <pc:docMk/>
            <pc:sldMk cId="1495580766" sldId="259"/>
            <ac:spMk id="42" creationId="{D1B57A88-9F7A-2110-739A-D3A6FDFF8F94}"/>
          </ac:spMkLst>
        </pc:spChg>
        <pc:spChg chg="add mod">
          <ac:chgData name="Francisco Bailaba" userId="4cfd3b119a915455" providerId="LiveId" clId="{28AAA9C7-3376-44DA-88A6-9012A176F18E}" dt="2026-07-01T20:32:23.042" v="347" actId="20577"/>
          <ac:spMkLst>
            <pc:docMk/>
            <pc:sldMk cId="1495580766" sldId="259"/>
            <ac:spMk id="44" creationId="{B02AE40F-C699-6411-A299-57C7FAD7BD2A}"/>
          </ac:spMkLst>
        </pc:spChg>
        <pc:grpChg chg="mod">
          <ac:chgData name="Francisco Bailaba" userId="4cfd3b119a915455" providerId="LiveId" clId="{28AAA9C7-3376-44DA-88A6-9012A176F18E}" dt="2026-07-01T20:25:21.962" v="14" actId="164"/>
          <ac:grpSpMkLst>
            <pc:docMk/>
            <pc:sldMk cId="1495580766" sldId="259"/>
            <ac:grpSpMk id="13" creationId="{2B4B61BB-C212-8193-E8C0-D52EC3505516}"/>
          </ac:grpSpMkLst>
        </pc:grpChg>
        <pc:grpChg chg="del">
          <ac:chgData name="Francisco Bailaba" userId="4cfd3b119a915455" providerId="LiveId" clId="{28AAA9C7-3376-44DA-88A6-9012A176F18E}" dt="2026-07-01T20:25:34.284" v="17" actId="478"/>
          <ac:grpSpMkLst>
            <pc:docMk/>
            <pc:sldMk cId="1495580766" sldId="259"/>
            <ac:grpSpMk id="18" creationId="{6780A63E-8ECE-20BC-BCBF-D23CD5977008}"/>
          </ac:grpSpMkLst>
        </pc:grpChg>
        <pc:grpChg chg="add del mod">
          <ac:chgData name="Francisco Bailaba" userId="4cfd3b119a915455" providerId="LiveId" clId="{28AAA9C7-3376-44DA-88A6-9012A176F18E}" dt="2026-07-01T20:25:34.284" v="17" actId="478"/>
          <ac:grpSpMkLst>
            <pc:docMk/>
            <pc:sldMk cId="1495580766" sldId="259"/>
            <ac:grpSpMk id="23" creationId="{52FB1A1D-5B4A-F7C2-04A2-F6A213F82B80}"/>
          </ac:grpSpMkLst>
        </pc:grpChg>
        <pc:picChg chg="add mod">
          <ac:chgData name="Francisco Bailaba" userId="4cfd3b119a915455" providerId="LiveId" clId="{28AAA9C7-3376-44DA-88A6-9012A176F18E}" dt="2026-07-01T20:26:38.261" v="29" actId="1076"/>
          <ac:picMkLst>
            <pc:docMk/>
            <pc:sldMk cId="1495580766" sldId="259"/>
            <ac:picMk id="25" creationId="{E9CBCE98-B41B-6A86-84E2-27A5A034BBF4}"/>
          </ac:picMkLst>
        </pc:picChg>
        <pc:picChg chg="add mod">
          <ac:chgData name="Francisco Bailaba" userId="4cfd3b119a915455" providerId="LiveId" clId="{28AAA9C7-3376-44DA-88A6-9012A176F18E}" dt="2026-07-01T20:26:40.544" v="30" actId="1076"/>
          <ac:picMkLst>
            <pc:docMk/>
            <pc:sldMk cId="1495580766" sldId="259"/>
            <ac:picMk id="27" creationId="{DFB9A0EF-3C8C-C2FB-AC36-E1E3F2150F06}"/>
          </ac:picMkLst>
        </pc:picChg>
        <pc:picChg chg="add mod">
          <ac:chgData name="Francisco Bailaba" userId="4cfd3b119a915455" providerId="LiveId" clId="{28AAA9C7-3376-44DA-88A6-9012A176F18E}" dt="2026-07-01T20:30:49.051" v="294" actId="1076"/>
          <ac:picMkLst>
            <pc:docMk/>
            <pc:sldMk cId="1495580766" sldId="259"/>
            <ac:picMk id="29" creationId="{A225C2D7-018E-713C-0C02-D8A04E74B5BB}"/>
          </ac:picMkLst>
        </pc:picChg>
        <pc:picChg chg="add mod">
          <ac:chgData name="Francisco Bailaba" userId="4cfd3b119a915455" providerId="LiveId" clId="{28AAA9C7-3376-44DA-88A6-9012A176F18E}" dt="2026-07-01T20:30:35.261" v="290" actId="1076"/>
          <ac:picMkLst>
            <pc:docMk/>
            <pc:sldMk cId="1495580766" sldId="259"/>
            <ac:picMk id="31" creationId="{967AE0CA-8BBE-7A0D-A257-FBB41EAEC295}"/>
          </ac:picMkLst>
        </pc:picChg>
      </pc:sldChg>
      <pc:sldChg chg="delSp modSp add mod">
        <pc:chgData name="Francisco Bailaba" userId="4cfd3b119a915455" providerId="LiveId" clId="{28AAA9C7-3376-44DA-88A6-9012A176F18E}" dt="2026-07-01T20:29:13.566" v="246" actId="20577"/>
        <pc:sldMkLst>
          <pc:docMk/>
          <pc:sldMk cId="1854645421" sldId="260"/>
        </pc:sldMkLst>
        <pc:spChg chg="del">
          <ac:chgData name="Francisco Bailaba" userId="4cfd3b119a915455" providerId="LiveId" clId="{28AAA9C7-3376-44DA-88A6-9012A176F18E}" dt="2026-07-01T20:27:18.985" v="76" actId="478"/>
          <ac:spMkLst>
            <pc:docMk/>
            <pc:sldMk cId="1854645421" sldId="260"/>
            <ac:spMk id="3" creationId="{BDB53C82-A9CB-5019-73D4-94009531017C}"/>
          </ac:spMkLst>
        </pc:spChg>
        <pc:spChg chg="mod">
          <ac:chgData name="Francisco Bailaba" userId="4cfd3b119a915455" providerId="LiveId" clId="{28AAA9C7-3376-44DA-88A6-9012A176F18E}" dt="2026-07-01T20:27:24.272" v="77" actId="1076"/>
          <ac:spMkLst>
            <pc:docMk/>
            <pc:sldMk cId="1854645421" sldId="260"/>
            <ac:spMk id="4" creationId="{7622E3CA-0F99-F6A4-3949-A511229BF676}"/>
          </ac:spMkLst>
        </pc:spChg>
        <pc:spChg chg="del">
          <ac:chgData name="Francisco Bailaba" userId="4cfd3b119a915455" providerId="LiveId" clId="{28AAA9C7-3376-44DA-88A6-9012A176F18E}" dt="2026-07-01T20:27:18.985" v="76" actId="478"/>
          <ac:spMkLst>
            <pc:docMk/>
            <pc:sldMk cId="1854645421" sldId="260"/>
            <ac:spMk id="6" creationId="{C9E19D1B-5624-B137-9060-8B6E8D712744}"/>
          </ac:spMkLst>
        </pc:spChg>
        <pc:spChg chg="del">
          <ac:chgData name="Francisco Bailaba" userId="4cfd3b119a915455" providerId="LiveId" clId="{28AAA9C7-3376-44DA-88A6-9012A176F18E}" dt="2026-07-01T20:27:18.985" v="76" actId="478"/>
          <ac:spMkLst>
            <pc:docMk/>
            <pc:sldMk cId="1854645421" sldId="260"/>
            <ac:spMk id="7" creationId="{0285DC82-1081-9CAB-EAE3-875C8E929FAB}"/>
          </ac:spMkLst>
        </pc:spChg>
        <pc:spChg chg="del">
          <ac:chgData name="Francisco Bailaba" userId="4cfd3b119a915455" providerId="LiveId" clId="{28AAA9C7-3376-44DA-88A6-9012A176F18E}" dt="2026-07-01T20:27:18.985" v="76" actId="478"/>
          <ac:spMkLst>
            <pc:docMk/>
            <pc:sldMk cId="1854645421" sldId="260"/>
            <ac:spMk id="8" creationId="{928F7C4A-AD09-24A4-AADD-AEE2CE116352}"/>
          </ac:spMkLst>
        </pc:spChg>
        <pc:spChg chg="del">
          <ac:chgData name="Francisco Bailaba" userId="4cfd3b119a915455" providerId="LiveId" clId="{28AAA9C7-3376-44DA-88A6-9012A176F18E}" dt="2026-07-01T20:27:18.985" v="76" actId="478"/>
          <ac:spMkLst>
            <pc:docMk/>
            <pc:sldMk cId="1854645421" sldId="260"/>
            <ac:spMk id="9" creationId="{6C837D6A-FF6B-5A6D-B76D-4975E160FB88}"/>
          </ac:spMkLst>
        </pc:spChg>
        <pc:spChg chg="del">
          <ac:chgData name="Francisco Bailaba" userId="4cfd3b119a915455" providerId="LiveId" clId="{28AAA9C7-3376-44DA-88A6-9012A176F18E}" dt="2026-07-01T20:27:18.985" v="76" actId="478"/>
          <ac:spMkLst>
            <pc:docMk/>
            <pc:sldMk cId="1854645421" sldId="260"/>
            <ac:spMk id="12" creationId="{1B044B90-6E4A-BB0E-CC19-0275CA7CD2D3}"/>
          </ac:spMkLst>
        </pc:spChg>
        <pc:spChg chg="del">
          <ac:chgData name="Francisco Bailaba" userId="4cfd3b119a915455" providerId="LiveId" clId="{28AAA9C7-3376-44DA-88A6-9012A176F18E}" dt="2026-07-01T20:27:18.985" v="76" actId="478"/>
          <ac:spMkLst>
            <pc:docMk/>
            <pc:sldMk cId="1854645421" sldId="260"/>
            <ac:spMk id="13" creationId="{9CADFEEC-93C0-9D21-C9F9-6109DB933F75}"/>
          </ac:spMkLst>
        </pc:spChg>
        <pc:spChg chg="mod">
          <ac:chgData name="Francisco Bailaba" userId="4cfd3b119a915455" providerId="LiveId" clId="{28AAA9C7-3376-44DA-88A6-9012A176F18E}" dt="2026-07-01T20:27:31.393" v="97" actId="20577"/>
          <ac:spMkLst>
            <pc:docMk/>
            <pc:sldMk cId="1854645421" sldId="260"/>
            <ac:spMk id="15" creationId="{C45AEA55-41A5-9A74-0110-9933E6594B54}"/>
          </ac:spMkLst>
        </pc:spChg>
        <pc:spChg chg="mod">
          <ac:chgData name="Francisco Bailaba" userId="4cfd3b119a915455" providerId="LiveId" clId="{28AAA9C7-3376-44DA-88A6-9012A176F18E}" dt="2026-07-01T20:29:13.566" v="246" actId="20577"/>
          <ac:spMkLst>
            <pc:docMk/>
            <pc:sldMk cId="1854645421" sldId="260"/>
            <ac:spMk id="17" creationId="{22C57955-8414-EF94-21F7-8B1FDAB5AE16}"/>
          </ac:spMkLst>
        </pc:spChg>
        <pc:spChg chg="mod">
          <ac:chgData name="Francisco Bailaba" userId="4cfd3b119a915455" providerId="LiveId" clId="{28AAA9C7-3376-44DA-88A6-9012A176F18E}" dt="2026-07-01T20:28:41.911" v="209" actId="20577"/>
          <ac:spMkLst>
            <pc:docMk/>
            <pc:sldMk cId="1854645421" sldId="260"/>
            <ac:spMk id="19" creationId="{C58FBAE6-326B-9A53-1FED-2A2D08F26A1F}"/>
          </ac:spMkLst>
        </pc:spChg>
        <pc:spChg chg="mod">
          <ac:chgData name="Francisco Bailaba" userId="4cfd3b119a915455" providerId="LiveId" clId="{28AAA9C7-3376-44DA-88A6-9012A176F18E}" dt="2026-07-01T20:27:24.272" v="77" actId="1076"/>
          <ac:spMkLst>
            <pc:docMk/>
            <pc:sldMk cId="1854645421" sldId="260"/>
            <ac:spMk id="23" creationId="{AAE7C172-619D-E11A-1689-CB4D7342F727}"/>
          </ac:spMkLst>
        </pc:spChg>
        <pc:spChg chg="del">
          <ac:chgData name="Francisco Bailaba" userId="4cfd3b119a915455" providerId="LiveId" clId="{28AAA9C7-3376-44DA-88A6-9012A176F18E}" dt="2026-07-01T20:27:18.985" v="76" actId="478"/>
          <ac:spMkLst>
            <pc:docMk/>
            <pc:sldMk cId="1854645421" sldId="260"/>
            <ac:spMk id="25" creationId="{EA52DA3B-7C0E-B590-7F0A-A999D2E85C2F}"/>
          </ac:spMkLst>
        </pc:spChg>
        <pc:spChg chg="del">
          <ac:chgData name="Francisco Bailaba" userId="4cfd3b119a915455" providerId="LiveId" clId="{28AAA9C7-3376-44DA-88A6-9012A176F18E}" dt="2026-07-01T20:27:18.985" v="76" actId="478"/>
          <ac:spMkLst>
            <pc:docMk/>
            <pc:sldMk cId="1854645421" sldId="260"/>
            <ac:spMk id="31" creationId="{89A92D9F-1DE6-81E6-F8C8-4EEDFCD22EC9}"/>
          </ac:spMkLst>
        </pc:spChg>
        <pc:spChg chg="mod">
          <ac:chgData name="Francisco Bailaba" userId="4cfd3b119a915455" providerId="LiveId" clId="{28AAA9C7-3376-44DA-88A6-9012A176F18E}" dt="2026-07-01T20:27:15.883" v="75" actId="1076"/>
          <ac:spMkLst>
            <pc:docMk/>
            <pc:sldMk cId="1854645421" sldId="260"/>
            <ac:spMk id="34" creationId="{52110713-282F-CAA8-510D-B244DEC01A7E}"/>
          </ac:spMkLst>
        </pc:spChg>
        <pc:grpChg chg="del">
          <ac:chgData name="Francisco Bailaba" userId="4cfd3b119a915455" providerId="LiveId" clId="{28AAA9C7-3376-44DA-88A6-9012A176F18E}" dt="2026-07-01T20:27:18.985" v="76" actId="478"/>
          <ac:grpSpMkLst>
            <pc:docMk/>
            <pc:sldMk cId="1854645421" sldId="260"/>
            <ac:grpSpMk id="39" creationId="{680C4D97-3BB2-3A86-8710-7C82F59A6DCF}"/>
          </ac:grpSpMkLst>
        </pc:grpChg>
        <pc:grpChg chg="mod">
          <ac:chgData name="Francisco Bailaba" userId="4cfd3b119a915455" providerId="LiveId" clId="{28AAA9C7-3376-44DA-88A6-9012A176F18E}" dt="2026-07-01T20:27:24.272" v="77" actId="1076"/>
          <ac:grpSpMkLst>
            <pc:docMk/>
            <pc:sldMk cId="1854645421" sldId="260"/>
            <ac:grpSpMk id="40" creationId="{B600E97A-ED6C-62BA-064C-379FA78C994D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09ABE-3E17-2621-D759-8FA03CA2F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DC0AF0-85A3-2125-DE20-69DE6D590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22C27C-373D-360B-D977-B4B545600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40E-1DE7-4C8C-90DC-7BD5E3914015}" type="datetimeFigureOut">
              <a:rPr lang="es-BO" smtClean="0"/>
              <a:t>1/7/2026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047830-FA21-298D-1829-90A7600B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EDAA2F-86A7-F52C-3356-C36BD3C6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FED2-006A-41D3-83C6-081385ADE1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58123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20349-DD20-DD18-063F-4AAA76DE4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A5D4D4-59FA-890A-D2AF-6CA983FBC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25D388-0EC9-F308-B5B4-9B941A029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40E-1DE7-4C8C-90DC-7BD5E3914015}" type="datetimeFigureOut">
              <a:rPr lang="es-BO" smtClean="0"/>
              <a:t>1/7/2026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149A8C-5C9B-2DF8-C181-DFA8E9979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9238F0-4143-9B82-A6A0-3898323CC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FED2-006A-41D3-83C6-081385ADE1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96054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CFCC2-8F61-B171-95AC-9AEDD1F1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D290AD-7673-52B2-F6F7-622C14917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B341C9-899B-DCCE-F793-758A77395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40E-1DE7-4C8C-90DC-7BD5E3914015}" type="datetimeFigureOut">
              <a:rPr lang="es-BO" smtClean="0"/>
              <a:t>1/7/2026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E39AE3-8EAA-7F14-A347-62378C82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D65B85-456A-6791-A1CC-295D304D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FED2-006A-41D3-83C6-081385ADE1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44086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45E8B-BA1F-3757-5589-286EA5E1F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8B6EC9-2FDF-6CE7-C453-20D082076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206ECF-DF7C-EF00-859E-609035B2C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3A1792-57AD-D12B-1874-A3FF152AE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40E-1DE7-4C8C-90DC-7BD5E3914015}" type="datetimeFigureOut">
              <a:rPr lang="es-BO" smtClean="0"/>
              <a:t>1/7/2026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AC1128-208F-0691-D24E-3B398FC70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B2B2BE-296D-F7AC-1B6E-E9EC9D41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FED2-006A-41D3-83C6-081385ADE1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41706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06841-C592-7C99-819F-0506563F6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332B66-E977-E9E2-731D-377221EA3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4BFACB-F8BB-9BEB-4AC6-F115A2ECB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C0B8A2-B64C-5006-5E87-393B95456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FBC182-0D54-3C2F-8829-88B89E908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CF3FA7D-E93C-83EB-9B1C-8E992FEE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40E-1DE7-4C8C-90DC-7BD5E3914015}" type="datetimeFigureOut">
              <a:rPr lang="es-BO" smtClean="0"/>
              <a:t>1/7/2026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9B87A88-0096-865D-ABDD-3791C6505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42A56E-5DE0-34F1-EA4F-75AD6B53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FED2-006A-41D3-83C6-081385ADE1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64370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F8961-6300-D334-7D8F-5A6EB109B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87798B9-0B76-C41C-62D3-B2541C27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40E-1DE7-4C8C-90DC-7BD5E3914015}" type="datetimeFigureOut">
              <a:rPr lang="es-BO" smtClean="0"/>
              <a:t>1/7/2026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A1EF6D-BABB-68D2-F0AB-B6661655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4010AA-9B56-E309-7FD5-EFB9D7FDA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FED2-006A-41D3-83C6-081385ADE1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9497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819AEA2-64A7-F2D6-2A10-573F3013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40E-1DE7-4C8C-90DC-7BD5E3914015}" type="datetimeFigureOut">
              <a:rPr lang="es-BO" smtClean="0"/>
              <a:t>1/7/2026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C71A30D-947E-ADD9-4845-1B9787B94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CEE923-120E-ADD4-CCF0-D329A9C3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FED2-006A-41D3-83C6-081385ADE1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65821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FAFAF-411E-1F34-0424-BE7CF5DB8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30AE54-7321-FBE6-7136-79973F1D8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D2D753-201A-25BD-F426-CCB35957F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6F5224-1BDC-C68F-054A-3259C13B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40E-1DE7-4C8C-90DC-7BD5E3914015}" type="datetimeFigureOut">
              <a:rPr lang="es-BO" smtClean="0"/>
              <a:t>1/7/2026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0E7E05-D205-78C2-2865-D1293376A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233BA5-9AD9-144B-DCA4-2D4B907E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FED2-006A-41D3-83C6-081385ADE1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40493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DB542-8BB2-51A4-1D6F-94074C6CC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5647F-C03A-E08C-1DC8-99142FF3B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392A8E-E908-5133-5FC9-24142D77A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463210-397A-D388-61AE-19AC5F8F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40E-1DE7-4C8C-90DC-7BD5E3914015}" type="datetimeFigureOut">
              <a:rPr lang="es-BO" smtClean="0"/>
              <a:t>1/7/2026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615877-4B6C-5BD2-0FE4-202011EF8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C5EA77-F9B0-6807-53A5-3CEEF4531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FED2-006A-41D3-83C6-081385ADE1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92566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700B7-8EF1-1DA5-648B-AECE9A067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10D07F-F476-923F-7838-F6CC91A39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B7820A-1000-4053-C3CE-36B1890C2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40E-1DE7-4C8C-90DC-7BD5E3914015}" type="datetimeFigureOut">
              <a:rPr lang="es-BO" smtClean="0"/>
              <a:t>1/7/2026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C67D1C-70D5-4451-71B8-F572956A4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2D1EEC-6D8F-59DE-358C-F20DE3812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FED2-006A-41D3-83C6-081385ADE1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2309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DB520C-178C-C825-4A50-DE1C554FA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496F4E-112A-048B-9E6D-EBD320700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5F2F69-0399-531D-25EA-AFE533D07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40E-1DE7-4C8C-90DC-7BD5E3914015}" type="datetimeFigureOut">
              <a:rPr lang="es-BO" smtClean="0"/>
              <a:t>1/7/2026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FEF6A0-1555-63C1-F189-BC88D05A2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EF5DB7-956C-0C7A-1FFC-3D240800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FED2-006A-41D3-83C6-081385ADE1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3810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E2D2BF0-08C8-26D6-9BCF-E78BF5D3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501F8A-B1C7-DF4C-5C57-8287CAC18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81CB27-681F-4AC5-5C45-F88B241E9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4440E-1DE7-4C8C-90DC-7BD5E3914015}" type="datetimeFigureOut">
              <a:rPr lang="es-BO" smtClean="0"/>
              <a:t>1/7/2026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611564-DC9A-C71F-16E3-4D928EEDD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5F7980-BE1B-B40F-3C90-92D273962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BFED2-006A-41D3-83C6-081385ADE1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6988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622E3CA-0F99-F6A4-3949-A511229BF676}"/>
              </a:ext>
            </a:extLst>
          </p:cNvPr>
          <p:cNvSpPr/>
          <p:nvPr/>
        </p:nvSpPr>
        <p:spPr>
          <a:xfrm>
            <a:off x="6272983" y="1120876"/>
            <a:ext cx="3441290" cy="49357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C837D6A-FF6B-5A6D-B76D-4975E160FB88}"/>
              </a:ext>
            </a:extLst>
          </p:cNvPr>
          <p:cNvSpPr/>
          <p:nvPr/>
        </p:nvSpPr>
        <p:spPr>
          <a:xfrm>
            <a:off x="7231626" y="2104100"/>
            <a:ext cx="1484671" cy="14846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Libreria</a:t>
            </a:r>
            <a:endParaRPr lang="es-BO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D671185-AFEE-FCD4-91B9-8A5DDDD59A3D}"/>
              </a:ext>
            </a:extLst>
          </p:cNvPr>
          <p:cNvSpPr/>
          <p:nvPr/>
        </p:nvSpPr>
        <p:spPr>
          <a:xfrm>
            <a:off x="7231625" y="3741176"/>
            <a:ext cx="1484671" cy="14846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Cafeteria</a:t>
            </a:r>
            <a:endParaRPr lang="es-BO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CADFEEC-93C0-9D21-C9F9-6109DB933F75}"/>
              </a:ext>
            </a:extLst>
          </p:cNvPr>
          <p:cNvSpPr/>
          <p:nvPr/>
        </p:nvSpPr>
        <p:spPr>
          <a:xfrm>
            <a:off x="6940348" y="1627233"/>
            <a:ext cx="2182761" cy="32446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Selección Actividad</a:t>
            </a:r>
            <a:endParaRPr lang="es-BO" dirty="0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AAE7C172-619D-E11A-1689-CB4D7342F727}"/>
              </a:ext>
            </a:extLst>
          </p:cNvPr>
          <p:cNvSpPr/>
          <p:nvPr/>
        </p:nvSpPr>
        <p:spPr>
          <a:xfrm>
            <a:off x="6272983" y="1128248"/>
            <a:ext cx="412955" cy="41295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=</a:t>
            </a:r>
            <a:endParaRPr lang="es-BO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A52DA3B-7C0E-B590-7F0A-A999D2E85C2F}"/>
              </a:ext>
            </a:extLst>
          </p:cNvPr>
          <p:cNvSpPr/>
          <p:nvPr/>
        </p:nvSpPr>
        <p:spPr>
          <a:xfrm>
            <a:off x="1762430" y="1120878"/>
            <a:ext cx="3441290" cy="49357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E270E562-0AA8-1FD8-0E86-7B74580B960F}"/>
              </a:ext>
            </a:extLst>
          </p:cNvPr>
          <p:cNvSpPr/>
          <p:nvPr/>
        </p:nvSpPr>
        <p:spPr>
          <a:xfrm>
            <a:off x="2721073" y="2104102"/>
            <a:ext cx="1484671" cy="14846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Libreria</a:t>
            </a:r>
            <a:endParaRPr lang="es-BO" dirty="0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F3FD9CC4-84A0-199B-F90E-DA6ED5908D0B}"/>
              </a:ext>
            </a:extLst>
          </p:cNvPr>
          <p:cNvSpPr/>
          <p:nvPr/>
        </p:nvSpPr>
        <p:spPr>
          <a:xfrm>
            <a:off x="2721072" y="3741178"/>
            <a:ext cx="1484671" cy="14846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Cafeteria</a:t>
            </a:r>
            <a:endParaRPr lang="es-BO" dirty="0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89A92D9F-1DE6-81E6-F8C8-4EEDFCD22EC9}"/>
              </a:ext>
            </a:extLst>
          </p:cNvPr>
          <p:cNvSpPr/>
          <p:nvPr/>
        </p:nvSpPr>
        <p:spPr>
          <a:xfrm>
            <a:off x="2477727" y="1627235"/>
            <a:ext cx="2182761" cy="32446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Selección Actividad</a:t>
            </a:r>
            <a:endParaRPr lang="es-BO" dirty="0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C0123C6C-A43E-1C02-C439-BA659666D6E8}"/>
              </a:ext>
            </a:extLst>
          </p:cNvPr>
          <p:cNvSpPr/>
          <p:nvPr/>
        </p:nvSpPr>
        <p:spPr>
          <a:xfrm>
            <a:off x="1762430" y="1128250"/>
            <a:ext cx="1897626" cy="14846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/>
              <a:t>=</a:t>
            </a:r>
          </a:p>
          <a:p>
            <a:r>
              <a:rPr lang="es-MX" dirty="0"/>
              <a:t>Configuración</a:t>
            </a:r>
          </a:p>
          <a:p>
            <a:r>
              <a:rPr lang="es-MX" dirty="0"/>
              <a:t>Acerca de</a:t>
            </a:r>
          </a:p>
          <a:p>
            <a:r>
              <a:rPr lang="es-MX" dirty="0"/>
              <a:t>Salir</a:t>
            </a:r>
            <a:endParaRPr lang="es-BO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2110713-282F-CAA8-510D-B244DEC01A7E}"/>
              </a:ext>
            </a:extLst>
          </p:cNvPr>
          <p:cNvSpPr txBox="1"/>
          <p:nvPr/>
        </p:nvSpPr>
        <p:spPr>
          <a:xfrm>
            <a:off x="717755" y="511277"/>
            <a:ext cx="1668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Menu</a:t>
            </a:r>
            <a:r>
              <a:rPr lang="es-MX" dirty="0"/>
              <a:t> Principal</a:t>
            </a:r>
            <a:endParaRPr lang="es-BO" dirty="0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680C4D97-3BB2-3A86-8710-7C82F59A6DCF}"/>
              </a:ext>
            </a:extLst>
          </p:cNvPr>
          <p:cNvGrpSpPr/>
          <p:nvPr/>
        </p:nvGrpSpPr>
        <p:grpSpPr>
          <a:xfrm>
            <a:off x="1762430" y="5648635"/>
            <a:ext cx="3441290" cy="408034"/>
            <a:chOff x="1762430" y="5648635"/>
            <a:chExt cx="3441290" cy="408034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88B55018-B394-5CBB-CC1F-4A241131E208}"/>
                </a:ext>
              </a:extLst>
            </p:cNvPr>
            <p:cNvSpPr/>
            <p:nvPr/>
          </p:nvSpPr>
          <p:spPr>
            <a:xfrm>
              <a:off x="1762430" y="5648635"/>
              <a:ext cx="3441290" cy="40803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35" name="Triángulo isósceles 34">
              <a:extLst>
                <a:ext uri="{FF2B5EF4-FFF2-40B4-BE49-F238E27FC236}">
                  <a16:creationId xmlns:a16="http://schemas.microsoft.com/office/drawing/2014/main" id="{EFC84D3F-78F7-15AE-EB9F-2625832230FF}"/>
                </a:ext>
              </a:extLst>
            </p:cNvPr>
            <p:cNvSpPr/>
            <p:nvPr/>
          </p:nvSpPr>
          <p:spPr>
            <a:xfrm rot="16200000">
              <a:off x="2595399" y="5757328"/>
              <a:ext cx="251347" cy="19619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6F548B8-B76F-BE1F-DC7A-C4DA5964DB7B}"/>
                </a:ext>
              </a:extLst>
            </p:cNvPr>
            <p:cNvSpPr/>
            <p:nvPr/>
          </p:nvSpPr>
          <p:spPr>
            <a:xfrm>
              <a:off x="3337734" y="5729750"/>
              <a:ext cx="251346" cy="251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11E294D0-063C-2F4C-2005-090975F522DA}"/>
                </a:ext>
              </a:extLst>
            </p:cNvPr>
            <p:cNvSpPr/>
            <p:nvPr/>
          </p:nvSpPr>
          <p:spPr>
            <a:xfrm>
              <a:off x="4005724" y="5729750"/>
              <a:ext cx="235974" cy="2359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B600E97A-ED6C-62BA-064C-379FA78C994D}"/>
              </a:ext>
            </a:extLst>
          </p:cNvPr>
          <p:cNvGrpSpPr/>
          <p:nvPr/>
        </p:nvGrpSpPr>
        <p:grpSpPr>
          <a:xfrm>
            <a:off x="6272983" y="5651406"/>
            <a:ext cx="3441290" cy="408034"/>
            <a:chOff x="1762430" y="5648635"/>
            <a:chExt cx="3441290" cy="408034"/>
          </a:xfrm>
        </p:grpSpPr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5AB04B50-8030-ABB1-0B13-BE60BFA47E5F}"/>
                </a:ext>
              </a:extLst>
            </p:cNvPr>
            <p:cNvSpPr/>
            <p:nvPr/>
          </p:nvSpPr>
          <p:spPr>
            <a:xfrm>
              <a:off x="1762430" y="5648635"/>
              <a:ext cx="3441290" cy="40803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42" name="Triángulo isósceles 41">
              <a:extLst>
                <a:ext uri="{FF2B5EF4-FFF2-40B4-BE49-F238E27FC236}">
                  <a16:creationId xmlns:a16="http://schemas.microsoft.com/office/drawing/2014/main" id="{40CA1669-512E-C5A3-6CB2-6BFD31B4C857}"/>
                </a:ext>
              </a:extLst>
            </p:cNvPr>
            <p:cNvSpPr/>
            <p:nvPr/>
          </p:nvSpPr>
          <p:spPr>
            <a:xfrm rot="16200000">
              <a:off x="2595399" y="5757328"/>
              <a:ext cx="251347" cy="19619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E6FC9824-FD82-3945-4570-00DEF88AF351}"/>
                </a:ext>
              </a:extLst>
            </p:cNvPr>
            <p:cNvSpPr/>
            <p:nvPr/>
          </p:nvSpPr>
          <p:spPr>
            <a:xfrm>
              <a:off x="3337734" y="5729750"/>
              <a:ext cx="251346" cy="251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B119E7A4-02E8-CAE7-A26D-69E0BC3A0F5D}"/>
                </a:ext>
              </a:extLst>
            </p:cNvPr>
            <p:cNvSpPr/>
            <p:nvPr/>
          </p:nvSpPr>
          <p:spPr>
            <a:xfrm>
              <a:off x="4005724" y="5729750"/>
              <a:ext cx="235974" cy="2359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</p:spTree>
    <p:extLst>
      <p:ext uri="{BB962C8B-B14F-4D97-AF65-F5344CB8AC3E}">
        <p14:creationId xmlns:p14="http://schemas.microsoft.com/office/powerpoint/2010/main" val="2163459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622E3CA-0F99-F6A4-3949-A511229BF676}"/>
              </a:ext>
            </a:extLst>
          </p:cNvPr>
          <p:cNvSpPr/>
          <p:nvPr/>
        </p:nvSpPr>
        <p:spPr>
          <a:xfrm>
            <a:off x="6272983" y="1120876"/>
            <a:ext cx="3441290" cy="49357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C837D6A-FF6B-5A6D-B76D-4975E160FB88}"/>
              </a:ext>
            </a:extLst>
          </p:cNvPr>
          <p:cNvSpPr/>
          <p:nvPr/>
        </p:nvSpPr>
        <p:spPr>
          <a:xfrm>
            <a:off x="7231626" y="2104100"/>
            <a:ext cx="1484671" cy="14846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QR</a:t>
            </a:r>
            <a:endParaRPr lang="es-BO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CADFEEC-93C0-9D21-C9F9-6109DB933F75}"/>
              </a:ext>
            </a:extLst>
          </p:cNvPr>
          <p:cNvSpPr/>
          <p:nvPr/>
        </p:nvSpPr>
        <p:spPr>
          <a:xfrm>
            <a:off x="6902247" y="1627233"/>
            <a:ext cx="2182761" cy="32446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Pagar</a:t>
            </a:r>
            <a:endParaRPr lang="es-BO" dirty="0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AAE7C172-619D-E11A-1689-CB4D7342F727}"/>
              </a:ext>
            </a:extLst>
          </p:cNvPr>
          <p:cNvSpPr/>
          <p:nvPr/>
        </p:nvSpPr>
        <p:spPr>
          <a:xfrm>
            <a:off x="6272983" y="1128248"/>
            <a:ext cx="412955" cy="41295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&lt;</a:t>
            </a:r>
            <a:endParaRPr lang="es-BO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A52DA3B-7C0E-B590-7F0A-A999D2E85C2F}"/>
              </a:ext>
            </a:extLst>
          </p:cNvPr>
          <p:cNvSpPr/>
          <p:nvPr/>
        </p:nvSpPr>
        <p:spPr>
          <a:xfrm>
            <a:off x="1762430" y="1120878"/>
            <a:ext cx="3441290" cy="49357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E270E562-0AA8-1FD8-0E86-7B74580B960F}"/>
              </a:ext>
            </a:extLst>
          </p:cNvPr>
          <p:cNvSpPr/>
          <p:nvPr/>
        </p:nvSpPr>
        <p:spPr>
          <a:xfrm>
            <a:off x="2721073" y="2104102"/>
            <a:ext cx="1484671" cy="14846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Icono 1</a:t>
            </a:r>
            <a:endParaRPr lang="es-BO" dirty="0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F3FD9CC4-84A0-199B-F90E-DA6ED5908D0B}"/>
              </a:ext>
            </a:extLst>
          </p:cNvPr>
          <p:cNvSpPr/>
          <p:nvPr/>
        </p:nvSpPr>
        <p:spPr>
          <a:xfrm>
            <a:off x="2721072" y="3741178"/>
            <a:ext cx="1484671" cy="14846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Icono 2</a:t>
            </a:r>
            <a:endParaRPr lang="es-BO" dirty="0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89A92D9F-1DE6-81E6-F8C8-4EEDFCD22EC9}"/>
              </a:ext>
            </a:extLst>
          </p:cNvPr>
          <p:cNvSpPr/>
          <p:nvPr/>
        </p:nvSpPr>
        <p:spPr>
          <a:xfrm>
            <a:off x="2477727" y="1627233"/>
            <a:ext cx="2182761" cy="32446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Tipo de QR</a:t>
            </a:r>
            <a:endParaRPr lang="es-BO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2110713-282F-CAA8-510D-B244DEC01A7E}"/>
              </a:ext>
            </a:extLst>
          </p:cNvPr>
          <p:cNvSpPr txBox="1"/>
          <p:nvPr/>
        </p:nvSpPr>
        <p:spPr>
          <a:xfrm>
            <a:off x="717755" y="511277"/>
            <a:ext cx="215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Menú por Selección</a:t>
            </a:r>
            <a:endParaRPr lang="es-BO" dirty="0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680C4D97-3BB2-3A86-8710-7C82F59A6DCF}"/>
              </a:ext>
            </a:extLst>
          </p:cNvPr>
          <p:cNvGrpSpPr/>
          <p:nvPr/>
        </p:nvGrpSpPr>
        <p:grpSpPr>
          <a:xfrm>
            <a:off x="1762430" y="5648635"/>
            <a:ext cx="3441290" cy="408034"/>
            <a:chOff x="1762430" y="5648635"/>
            <a:chExt cx="3441290" cy="408034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88B55018-B394-5CBB-CC1F-4A241131E208}"/>
                </a:ext>
              </a:extLst>
            </p:cNvPr>
            <p:cNvSpPr/>
            <p:nvPr/>
          </p:nvSpPr>
          <p:spPr>
            <a:xfrm>
              <a:off x="1762430" y="5648635"/>
              <a:ext cx="3441290" cy="40803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35" name="Triángulo isósceles 34">
              <a:extLst>
                <a:ext uri="{FF2B5EF4-FFF2-40B4-BE49-F238E27FC236}">
                  <a16:creationId xmlns:a16="http://schemas.microsoft.com/office/drawing/2014/main" id="{EFC84D3F-78F7-15AE-EB9F-2625832230FF}"/>
                </a:ext>
              </a:extLst>
            </p:cNvPr>
            <p:cNvSpPr/>
            <p:nvPr/>
          </p:nvSpPr>
          <p:spPr>
            <a:xfrm rot="16200000">
              <a:off x="2595399" y="5757328"/>
              <a:ext cx="251347" cy="19619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6F548B8-B76F-BE1F-DC7A-C4DA5964DB7B}"/>
                </a:ext>
              </a:extLst>
            </p:cNvPr>
            <p:cNvSpPr/>
            <p:nvPr/>
          </p:nvSpPr>
          <p:spPr>
            <a:xfrm>
              <a:off x="3337734" y="5729750"/>
              <a:ext cx="251346" cy="251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11E294D0-063C-2F4C-2005-090975F522DA}"/>
                </a:ext>
              </a:extLst>
            </p:cNvPr>
            <p:cNvSpPr/>
            <p:nvPr/>
          </p:nvSpPr>
          <p:spPr>
            <a:xfrm>
              <a:off x="4005724" y="5729750"/>
              <a:ext cx="235974" cy="2359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B600E97A-ED6C-62BA-064C-379FA78C994D}"/>
              </a:ext>
            </a:extLst>
          </p:cNvPr>
          <p:cNvGrpSpPr/>
          <p:nvPr/>
        </p:nvGrpSpPr>
        <p:grpSpPr>
          <a:xfrm>
            <a:off x="6272983" y="5651406"/>
            <a:ext cx="3441290" cy="408034"/>
            <a:chOff x="1762430" y="5648635"/>
            <a:chExt cx="3441290" cy="408034"/>
          </a:xfrm>
        </p:grpSpPr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5AB04B50-8030-ABB1-0B13-BE60BFA47E5F}"/>
                </a:ext>
              </a:extLst>
            </p:cNvPr>
            <p:cNvSpPr/>
            <p:nvPr/>
          </p:nvSpPr>
          <p:spPr>
            <a:xfrm>
              <a:off x="1762430" y="5648635"/>
              <a:ext cx="3441290" cy="40803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42" name="Triángulo isósceles 41">
              <a:extLst>
                <a:ext uri="{FF2B5EF4-FFF2-40B4-BE49-F238E27FC236}">
                  <a16:creationId xmlns:a16="http://schemas.microsoft.com/office/drawing/2014/main" id="{40CA1669-512E-C5A3-6CB2-6BFD31B4C857}"/>
                </a:ext>
              </a:extLst>
            </p:cNvPr>
            <p:cNvSpPr/>
            <p:nvPr/>
          </p:nvSpPr>
          <p:spPr>
            <a:xfrm rot="16200000">
              <a:off x="2595399" y="5757328"/>
              <a:ext cx="251347" cy="19619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E6FC9824-FD82-3945-4570-00DEF88AF351}"/>
                </a:ext>
              </a:extLst>
            </p:cNvPr>
            <p:cNvSpPr/>
            <p:nvPr/>
          </p:nvSpPr>
          <p:spPr>
            <a:xfrm>
              <a:off x="3337734" y="5729750"/>
              <a:ext cx="251346" cy="251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B119E7A4-02E8-CAE7-A26D-69E0BC3A0F5D}"/>
                </a:ext>
              </a:extLst>
            </p:cNvPr>
            <p:cNvSpPr/>
            <p:nvPr/>
          </p:nvSpPr>
          <p:spPr>
            <a:xfrm>
              <a:off x="4005724" y="5729750"/>
              <a:ext cx="235974" cy="2359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DB53C82-A9CB-5019-73D4-94009531017C}"/>
              </a:ext>
            </a:extLst>
          </p:cNvPr>
          <p:cNvSpPr/>
          <p:nvPr/>
        </p:nvSpPr>
        <p:spPr>
          <a:xfrm>
            <a:off x="1762430" y="1128248"/>
            <a:ext cx="412955" cy="41295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&lt;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90547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622E3CA-0F99-F6A4-3949-A511229BF676}"/>
              </a:ext>
            </a:extLst>
          </p:cNvPr>
          <p:cNvSpPr/>
          <p:nvPr/>
        </p:nvSpPr>
        <p:spPr>
          <a:xfrm>
            <a:off x="6272983" y="1120876"/>
            <a:ext cx="3441290" cy="49357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AAE7C172-619D-E11A-1689-CB4D7342F727}"/>
              </a:ext>
            </a:extLst>
          </p:cNvPr>
          <p:cNvSpPr/>
          <p:nvPr/>
        </p:nvSpPr>
        <p:spPr>
          <a:xfrm>
            <a:off x="6272983" y="1128248"/>
            <a:ext cx="412955" cy="41295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&lt;</a:t>
            </a:r>
            <a:endParaRPr lang="es-BO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A52DA3B-7C0E-B590-7F0A-A999D2E85C2F}"/>
              </a:ext>
            </a:extLst>
          </p:cNvPr>
          <p:cNvSpPr/>
          <p:nvPr/>
        </p:nvSpPr>
        <p:spPr>
          <a:xfrm>
            <a:off x="1762430" y="1120878"/>
            <a:ext cx="3441290" cy="53192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89A92D9F-1DE6-81E6-F8C8-4EEDFCD22EC9}"/>
              </a:ext>
            </a:extLst>
          </p:cNvPr>
          <p:cNvSpPr/>
          <p:nvPr/>
        </p:nvSpPr>
        <p:spPr>
          <a:xfrm>
            <a:off x="2477727" y="1627233"/>
            <a:ext cx="2182761" cy="32446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Gestión de QR</a:t>
            </a:r>
            <a:endParaRPr lang="es-BO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2110713-282F-CAA8-510D-B244DEC01A7E}"/>
              </a:ext>
            </a:extLst>
          </p:cNvPr>
          <p:cNvSpPr txBox="1"/>
          <p:nvPr/>
        </p:nvSpPr>
        <p:spPr>
          <a:xfrm>
            <a:off x="717755" y="511277"/>
            <a:ext cx="1585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Configuración</a:t>
            </a:r>
            <a:endParaRPr lang="es-BO" dirty="0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680C4D97-3BB2-3A86-8710-7C82F59A6DCF}"/>
              </a:ext>
            </a:extLst>
          </p:cNvPr>
          <p:cNvGrpSpPr/>
          <p:nvPr/>
        </p:nvGrpSpPr>
        <p:grpSpPr>
          <a:xfrm>
            <a:off x="1762430" y="6032095"/>
            <a:ext cx="3441290" cy="408034"/>
            <a:chOff x="1762430" y="5648635"/>
            <a:chExt cx="3441290" cy="408034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88B55018-B394-5CBB-CC1F-4A241131E208}"/>
                </a:ext>
              </a:extLst>
            </p:cNvPr>
            <p:cNvSpPr/>
            <p:nvPr/>
          </p:nvSpPr>
          <p:spPr>
            <a:xfrm>
              <a:off x="1762430" y="5648635"/>
              <a:ext cx="3441290" cy="40803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35" name="Triángulo isósceles 34">
              <a:extLst>
                <a:ext uri="{FF2B5EF4-FFF2-40B4-BE49-F238E27FC236}">
                  <a16:creationId xmlns:a16="http://schemas.microsoft.com/office/drawing/2014/main" id="{EFC84D3F-78F7-15AE-EB9F-2625832230FF}"/>
                </a:ext>
              </a:extLst>
            </p:cNvPr>
            <p:cNvSpPr/>
            <p:nvPr/>
          </p:nvSpPr>
          <p:spPr>
            <a:xfrm rot="16200000">
              <a:off x="2595399" y="5757328"/>
              <a:ext cx="251347" cy="19619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6F548B8-B76F-BE1F-DC7A-C4DA5964DB7B}"/>
                </a:ext>
              </a:extLst>
            </p:cNvPr>
            <p:cNvSpPr/>
            <p:nvPr/>
          </p:nvSpPr>
          <p:spPr>
            <a:xfrm>
              <a:off x="3337734" y="5729750"/>
              <a:ext cx="251346" cy="251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11E294D0-063C-2F4C-2005-090975F522DA}"/>
                </a:ext>
              </a:extLst>
            </p:cNvPr>
            <p:cNvSpPr/>
            <p:nvPr/>
          </p:nvSpPr>
          <p:spPr>
            <a:xfrm>
              <a:off x="4005724" y="5729750"/>
              <a:ext cx="235974" cy="2359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B600E97A-ED6C-62BA-064C-379FA78C994D}"/>
              </a:ext>
            </a:extLst>
          </p:cNvPr>
          <p:cNvGrpSpPr/>
          <p:nvPr/>
        </p:nvGrpSpPr>
        <p:grpSpPr>
          <a:xfrm>
            <a:off x="6272983" y="5651406"/>
            <a:ext cx="3441290" cy="408034"/>
            <a:chOff x="1762430" y="5648635"/>
            <a:chExt cx="3441290" cy="408034"/>
          </a:xfrm>
        </p:grpSpPr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5AB04B50-8030-ABB1-0B13-BE60BFA47E5F}"/>
                </a:ext>
              </a:extLst>
            </p:cNvPr>
            <p:cNvSpPr/>
            <p:nvPr/>
          </p:nvSpPr>
          <p:spPr>
            <a:xfrm>
              <a:off x="1762430" y="5648635"/>
              <a:ext cx="3441290" cy="40803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42" name="Triángulo isósceles 41">
              <a:extLst>
                <a:ext uri="{FF2B5EF4-FFF2-40B4-BE49-F238E27FC236}">
                  <a16:creationId xmlns:a16="http://schemas.microsoft.com/office/drawing/2014/main" id="{40CA1669-512E-C5A3-6CB2-6BFD31B4C857}"/>
                </a:ext>
              </a:extLst>
            </p:cNvPr>
            <p:cNvSpPr/>
            <p:nvPr/>
          </p:nvSpPr>
          <p:spPr>
            <a:xfrm rot="16200000">
              <a:off x="2595399" y="5757328"/>
              <a:ext cx="251347" cy="19619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E6FC9824-FD82-3945-4570-00DEF88AF351}"/>
                </a:ext>
              </a:extLst>
            </p:cNvPr>
            <p:cNvSpPr/>
            <p:nvPr/>
          </p:nvSpPr>
          <p:spPr>
            <a:xfrm>
              <a:off x="3337734" y="5729750"/>
              <a:ext cx="251346" cy="251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B119E7A4-02E8-CAE7-A26D-69E0BC3A0F5D}"/>
                </a:ext>
              </a:extLst>
            </p:cNvPr>
            <p:cNvSpPr/>
            <p:nvPr/>
          </p:nvSpPr>
          <p:spPr>
            <a:xfrm>
              <a:off x="4005724" y="5729750"/>
              <a:ext cx="235974" cy="2359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DB53C82-A9CB-5019-73D4-94009531017C}"/>
              </a:ext>
            </a:extLst>
          </p:cNvPr>
          <p:cNvSpPr/>
          <p:nvPr/>
        </p:nvSpPr>
        <p:spPr>
          <a:xfrm>
            <a:off x="1762430" y="1128248"/>
            <a:ext cx="412955" cy="41295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&lt;</a:t>
            </a:r>
            <a:endParaRPr lang="es-BO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CADFEEC-93C0-9D21-C9F9-6109DB933F75}"/>
              </a:ext>
            </a:extLst>
          </p:cNvPr>
          <p:cNvSpPr/>
          <p:nvPr/>
        </p:nvSpPr>
        <p:spPr>
          <a:xfrm>
            <a:off x="2094273" y="2087048"/>
            <a:ext cx="2762862" cy="32446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Gestión de Actividad</a:t>
            </a:r>
            <a:endParaRPr lang="es-BO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C837D6A-FF6B-5A6D-B76D-4975E160FB88}"/>
              </a:ext>
            </a:extLst>
          </p:cNvPr>
          <p:cNvSpPr/>
          <p:nvPr/>
        </p:nvSpPr>
        <p:spPr>
          <a:xfrm>
            <a:off x="2101644" y="2492624"/>
            <a:ext cx="2762862" cy="71775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/>
              <a:t>Nombre: </a:t>
            </a:r>
            <a:r>
              <a:rPr lang="es-MX" sz="1400" dirty="0" err="1"/>
              <a:t>Libreria</a:t>
            </a:r>
            <a:endParaRPr lang="es-MX" sz="1400" dirty="0"/>
          </a:p>
          <a:p>
            <a:r>
              <a:rPr lang="es-MX" sz="1400" dirty="0" err="1"/>
              <a:t>Descripcion</a:t>
            </a:r>
            <a:r>
              <a:rPr lang="es-MX" sz="1400" dirty="0"/>
              <a:t>: Pagos a </a:t>
            </a:r>
            <a:r>
              <a:rPr lang="es-MX" sz="1400" dirty="0" err="1"/>
              <a:t>Libreria</a:t>
            </a:r>
            <a:endParaRPr lang="es-MX" sz="14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E19D1B-5624-B137-9060-8B6E8D712744}"/>
              </a:ext>
            </a:extLst>
          </p:cNvPr>
          <p:cNvSpPr/>
          <p:nvPr/>
        </p:nvSpPr>
        <p:spPr>
          <a:xfrm>
            <a:off x="2668072" y="3330516"/>
            <a:ext cx="1696989" cy="3244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Guardar/Actualizar</a:t>
            </a:r>
            <a:endParaRPr lang="es-BO" sz="14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285DC82-1081-9CAB-EAE3-875C8E929FAB}"/>
              </a:ext>
            </a:extLst>
          </p:cNvPr>
          <p:cNvSpPr/>
          <p:nvPr/>
        </p:nvSpPr>
        <p:spPr>
          <a:xfrm>
            <a:off x="2081976" y="3828821"/>
            <a:ext cx="2762862" cy="32446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Tipos QR</a:t>
            </a:r>
            <a:endParaRPr lang="es-BO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28F7C4A-AD09-24A4-AADD-AEE2CE116352}"/>
              </a:ext>
            </a:extLst>
          </p:cNvPr>
          <p:cNvSpPr/>
          <p:nvPr/>
        </p:nvSpPr>
        <p:spPr>
          <a:xfrm>
            <a:off x="2101644" y="4273417"/>
            <a:ext cx="2762862" cy="71775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/>
              <a:t>Nombre: Factura</a:t>
            </a:r>
          </a:p>
          <a:p>
            <a:r>
              <a:rPr lang="es-MX" sz="1400" dirty="0" err="1"/>
              <a:t>Descripcion</a:t>
            </a:r>
            <a:r>
              <a:rPr lang="es-MX" sz="1400" dirty="0"/>
              <a:t>: Pagos con Factura</a:t>
            </a:r>
            <a:endParaRPr lang="es-BO" sz="14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B044B90-6E4A-BB0E-CC19-0275CA7CD2D3}"/>
              </a:ext>
            </a:extLst>
          </p:cNvPr>
          <p:cNvSpPr/>
          <p:nvPr/>
        </p:nvSpPr>
        <p:spPr>
          <a:xfrm>
            <a:off x="2634580" y="5125150"/>
            <a:ext cx="1696989" cy="3244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Guardar/Actualizar</a:t>
            </a:r>
            <a:endParaRPr lang="es-BO" sz="1400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45AEA55-41A5-9A74-0110-9933E6594B54}"/>
              </a:ext>
            </a:extLst>
          </p:cNvPr>
          <p:cNvSpPr/>
          <p:nvPr/>
        </p:nvSpPr>
        <p:spPr>
          <a:xfrm>
            <a:off x="6698534" y="1659273"/>
            <a:ext cx="2762862" cy="32446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Imagen QR</a:t>
            </a:r>
            <a:endParaRPr lang="es-BO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2C57955-8414-EF94-21F7-8B1FDAB5AE16}"/>
              </a:ext>
            </a:extLst>
          </p:cNvPr>
          <p:cNvSpPr/>
          <p:nvPr/>
        </p:nvSpPr>
        <p:spPr>
          <a:xfrm>
            <a:off x="6718202" y="2103868"/>
            <a:ext cx="2762862" cy="132513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/>
              <a:t>Actividad: &lt;</a:t>
            </a:r>
            <a:r>
              <a:rPr lang="es-MX" sz="1400" dirty="0" err="1"/>
              <a:t>Select</a:t>
            </a:r>
            <a:r>
              <a:rPr lang="es-MX" sz="1400" dirty="0"/>
              <a:t> Actividad&gt;</a:t>
            </a:r>
          </a:p>
          <a:p>
            <a:r>
              <a:rPr lang="es-MX" sz="1400" dirty="0"/>
              <a:t>Tipo: &lt;</a:t>
            </a:r>
            <a:r>
              <a:rPr lang="es-MX" sz="1400" dirty="0" err="1"/>
              <a:t>Select</a:t>
            </a:r>
            <a:r>
              <a:rPr lang="es-MX" sz="1400" dirty="0"/>
              <a:t> Tipo QR&gt;</a:t>
            </a:r>
          </a:p>
          <a:p>
            <a:r>
              <a:rPr lang="es-MX" sz="1400" dirty="0"/>
              <a:t>File: [..] “Cargar Imagen”</a:t>
            </a:r>
            <a:endParaRPr lang="es-BO" sz="14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58FBAE6-326B-9A53-1FED-2A2D08F26A1F}"/>
              </a:ext>
            </a:extLst>
          </p:cNvPr>
          <p:cNvSpPr/>
          <p:nvPr/>
        </p:nvSpPr>
        <p:spPr>
          <a:xfrm>
            <a:off x="7251138" y="3618271"/>
            <a:ext cx="1696989" cy="3244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Guardar/Actualizar</a:t>
            </a:r>
            <a:endParaRPr lang="es-BO" sz="1400" dirty="0"/>
          </a:p>
        </p:txBody>
      </p:sp>
    </p:spTree>
    <p:extLst>
      <p:ext uri="{BB962C8B-B14F-4D97-AF65-F5344CB8AC3E}">
        <p14:creationId xmlns:p14="http://schemas.microsoft.com/office/powerpoint/2010/main" val="4277431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622E3CA-0F99-F6A4-3949-A511229BF676}"/>
              </a:ext>
            </a:extLst>
          </p:cNvPr>
          <p:cNvSpPr/>
          <p:nvPr/>
        </p:nvSpPr>
        <p:spPr>
          <a:xfrm>
            <a:off x="4296699" y="961103"/>
            <a:ext cx="3441290" cy="49357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AAE7C172-619D-E11A-1689-CB4D7342F727}"/>
              </a:ext>
            </a:extLst>
          </p:cNvPr>
          <p:cNvSpPr/>
          <p:nvPr/>
        </p:nvSpPr>
        <p:spPr>
          <a:xfrm>
            <a:off x="4296699" y="968475"/>
            <a:ext cx="412955" cy="41295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&lt;</a:t>
            </a:r>
            <a:endParaRPr lang="es-BO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2110713-282F-CAA8-510D-B244DEC01A7E}"/>
              </a:ext>
            </a:extLst>
          </p:cNvPr>
          <p:cNvSpPr txBox="1"/>
          <p:nvPr/>
        </p:nvSpPr>
        <p:spPr>
          <a:xfrm>
            <a:off x="717755" y="511277"/>
            <a:ext cx="118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Acerca de</a:t>
            </a:r>
            <a:endParaRPr lang="es-BO" dirty="0"/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B600E97A-ED6C-62BA-064C-379FA78C994D}"/>
              </a:ext>
            </a:extLst>
          </p:cNvPr>
          <p:cNvGrpSpPr/>
          <p:nvPr/>
        </p:nvGrpSpPr>
        <p:grpSpPr>
          <a:xfrm>
            <a:off x="4296699" y="5491633"/>
            <a:ext cx="3441290" cy="408034"/>
            <a:chOff x="1762430" y="5648635"/>
            <a:chExt cx="3441290" cy="408034"/>
          </a:xfrm>
        </p:grpSpPr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5AB04B50-8030-ABB1-0B13-BE60BFA47E5F}"/>
                </a:ext>
              </a:extLst>
            </p:cNvPr>
            <p:cNvSpPr/>
            <p:nvPr/>
          </p:nvSpPr>
          <p:spPr>
            <a:xfrm>
              <a:off x="1762430" y="5648635"/>
              <a:ext cx="3441290" cy="40803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42" name="Triángulo isósceles 41">
              <a:extLst>
                <a:ext uri="{FF2B5EF4-FFF2-40B4-BE49-F238E27FC236}">
                  <a16:creationId xmlns:a16="http://schemas.microsoft.com/office/drawing/2014/main" id="{40CA1669-512E-C5A3-6CB2-6BFD31B4C857}"/>
                </a:ext>
              </a:extLst>
            </p:cNvPr>
            <p:cNvSpPr/>
            <p:nvPr/>
          </p:nvSpPr>
          <p:spPr>
            <a:xfrm rot="16200000">
              <a:off x="2595399" y="5757328"/>
              <a:ext cx="251347" cy="19619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E6FC9824-FD82-3945-4570-00DEF88AF351}"/>
                </a:ext>
              </a:extLst>
            </p:cNvPr>
            <p:cNvSpPr/>
            <p:nvPr/>
          </p:nvSpPr>
          <p:spPr>
            <a:xfrm>
              <a:off x="3337734" y="5729750"/>
              <a:ext cx="251346" cy="251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B119E7A4-02E8-CAE7-A26D-69E0BC3A0F5D}"/>
                </a:ext>
              </a:extLst>
            </p:cNvPr>
            <p:cNvSpPr/>
            <p:nvPr/>
          </p:nvSpPr>
          <p:spPr>
            <a:xfrm>
              <a:off x="4005724" y="5729750"/>
              <a:ext cx="235974" cy="2359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45AEA55-41A5-9A74-0110-9933E6594B54}"/>
              </a:ext>
            </a:extLst>
          </p:cNvPr>
          <p:cNvSpPr/>
          <p:nvPr/>
        </p:nvSpPr>
        <p:spPr>
          <a:xfrm>
            <a:off x="4722250" y="1499500"/>
            <a:ext cx="2762862" cy="32446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Acerca de</a:t>
            </a:r>
            <a:endParaRPr lang="es-BO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2C57955-8414-EF94-21F7-8B1FDAB5AE16}"/>
              </a:ext>
            </a:extLst>
          </p:cNvPr>
          <p:cNvSpPr/>
          <p:nvPr/>
        </p:nvSpPr>
        <p:spPr>
          <a:xfrm>
            <a:off x="4741918" y="1944095"/>
            <a:ext cx="2762862" cy="132513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Bylaba</a:t>
            </a:r>
            <a:r>
              <a:rPr lang="es-MX" sz="1400" dirty="0"/>
              <a:t> </a:t>
            </a:r>
            <a:r>
              <a:rPr lang="es-MX" sz="1400" dirty="0" err="1"/>
              <a:t>Projects</a:t>
            </a:r>
            <a:r>
              <a:rPr lang="es-MX" sz="1400" dirty="0"/>
              <a:t> 2026</a:t>
            </a:r>
            <a:endParaRPr lang="es-BO" sz="1400" dirty="0"/>
          </a:p>
          <a:p>
            <a:pPr algn="ctr"/>
            <a:r>
              <a:rPr lang="es-BO" sz="1400" dirty="0"/>
              <a:t>Container QR</a:t>
            </a:r>
            <a:endParaRPr lang="es-MX" sz="14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58FBAE6-326B-9A53-1FED-2A2D08F26A1F}"/>
              </a:ext>
            </a:extLst>
          </p:cNvPr>
          <p:cNvSpPr/>
          <p:nvPr/>
        </p:nvSpPr>
        <p:spPr>
          <a:xfrm>
            <a:off x="5274854" y="3458498"/>
            <a:ext cx="1696989" cy="3244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Ir a sitio web</a:t>
            </a:r>
            <a:endParaRPr lang="es-BO" sz="1400" dirty="0"/>
          </a:p>
        </p:txBody>
      </p:sp>
    </p:spTree>
    <p:extLst>
      <p:ext uri="{BB962C8B-B14F-4D97-AF65-F5344CB8AC3E}">
        <p14:creationId xmlns:p14="http://schemas.microsoft.com/office/powerpoint/2010/main" val="1854645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E9CBCE98-B41B-6A86-84E2-27A5A034B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15" y="400768"/>
            <a:ext cx="4219043" cy="2641398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DFB9A0EF-3C8C-C2FB-AC36-E1E3F2150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753" y="400768"/>
            <a:ext cx="4219043" cy="2639474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A225C2D7-018E-713C-0C02-D8A04E74B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15" y="3628791"/>
            <a:ext cx="4731999" cy="319777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967AE0CA-8BBE-7A0D-A257-FBB41EAEC2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137" y="3406588"/>
            <a:ext cx="2374320" cy="3355444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1BFD059D-9E36-FA95-37C3-EADD44377C7D}"/>
              </a:ext>
            </a:extLst>
          </p:cNvPr>
          <p:cNvSpPr txBox="1"/>
          <p:nvPr/>
        </p:nvSpPr>
        <p:spPr>
          <a:xfrm>
            <a:off x="2187633" y="31436"/>
            <a:ext cx="1668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err="1"/>
              <a:t>Menu</a:t>
            </a:r>
            <a:r>
              <a:rPr lang="es-BO" dirty="0"/>
              <a:t> Principal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8F7EB23-DE54-A9F5-EDCC-C5CB569536FE}"/>
              </a:ext>
            </a:extLst>
          </p:cNvPr>
          <p:cNvSpPr/>
          <p:nvPr/>
        </p:nvSpPr>
        <p:spPr>
          <a:xfrm>
            <a:off x="688258" y="31436"/>
            <a:ext cx="5112990" cy="32623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8D30C38-754B-1A3E-2686-CCDAF1BB63B1}"/>
              </a:ext>
            </a:extLst>
          </p:cNvPr>
          <p:cNvSpPr/>
          <p:nvPr/>
        </p:nvSpPr>
        <p:spPr>
          <a:xfrm>
            <a:off x="6081467" y="31436"/>
            <a:ext cx="5112990" cy="32623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5B02C356-D83E-9D4F-4FAB-9E37C6EEF6D3}"/>
              </a:ext>
            </a:extLst>
          </p:cNvPr>
          <p:cNvSpPr/>
          <p:nvPr/>
        </p:nvSpPr>
        <p:spPr>
          <a:xfrm>
            <a:off x="688258" y="3320058"/>
            <a:ext cx="5112990" cy="3537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C5DDE71D-DFBF-A913-85F4-B2DF34437814}"/>
              </a:ext>
            </a:extLst>
          </p:cNvPr>
          <p:cNvSpPr/>
          <p:nvPr/>
        </p:nvSpPr>
        <p:spPr>
          <a:xfrm>
            <a:off x="6081467" y="3320058"/>
            <a:ext cx="5112990" cy="3537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3D49CB0-BAB9-74B9-A3E1-D4CB96F6D4B2}"/>
              </a:ext>
            </a:extLst>
          </p:cNvPr>
          <p:cNvSpPr txBox="1"/>
          <p:nvPr/>
        </p:nvSpPr>
        <p:spPr>
          <a:xfrm>
            <a:off x="7857972" y="31436"/>
            <a:ext cx="1559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Tipo e Imagen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1B57A88-9F7A-2110-739A-D3A6FDFF8F94}"/>
              </a:ext>
            </a:extLst>
          </p:cNvPr>
          <p:cNvSpPr txBox="1"/>
          <p:nvPr/>
        </p:nvSpPr>
        <p:spPr>
          <a:xfrm>
            <a:off x="2334269" y="3312258"/>
            <a:ext cx="1585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Configuración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02AE40F-C699-6411-A299-57C7FAD7BD2A}"/>
              </a:ext>
            </a:extLst>
          </p:cNvPr>
          <p:cNvSpPr txBox="1"/>
          <p:nvPr/>
        </p:nvSpPr>
        <p:spPr>
          <a:xfrm>
            <a:off x="6658181" y="4714978"/>
            <a:ext cx="118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Acerca de</a:t>
            </a:r>
          </a:p>
        </p:txBody>
      </p:sp>
    </p:spTree>
    <p:extLst>
      <p:ext uri="{BB962C8B-B14F-4D97-AF65-F5344CB8AC3E}">
        <p14:creationId xmlns:p14="http://schemas.microsoft.com/office/powerpoint/2010/main" val="14955807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110</Words>
  <Application>Microsoft Office PowerPoint</Application>
  <PresentationFormat>Panorámica</PresentationFormat>
  <Paragraphs>47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Bailaba</dc:creator>
  <cp:lastModifiedBy>Francisco Bailaba</cp:lastModifiedBy>
  <cp:revision>1</cp:revision>
  <dcterms:created xsi:type="dcterms:W3CDTF">2026-07-01T00:49:27Z</dcterms:created>
  <dcterms:modified xsi:type="dcterms:W3CDTF">2026-07-01T20:32:31Z</dcterms:modified>
</cp:coreProperties>
</file>